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4"/>
  </p:notesMasterIdLst>
  <p:sldIdLst>
    <p:sldId id="300" r:id="rId2"/>
    <p:sldId id="301" r:id="rId3"/>
  </p:sldIdLst>
  <p:sldSz cx="14630400" cy="8229600"/>
  <p:notesSz cx="8229600" cy="14630400"/>
  <p:embeddedFontLst>
    <p:embeddedFont>
      <p:font typeface="맑은 고딕" panose="020B0503020000020004" pitchFamily="50" charset="-127"/>
      <p:regular r:id="rId5"/>
      <p:bold r:id="rId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5FF"/>
    <a:srgbClr val="FFFFFF"/>
    <a:srgbClr val="E6E6E6"/>
    <a:srgbClr val="FEE2E2"/>
    <a:srgbClr val="FEF9C3"/>
    <a:srgbClr val="DCFCE7"/>
    <a:srgbClr val="FFFE03"/>
    <a:srgbClr val="047D05"/>
    <a:srgbClr val="FBA80D"/>
    <a:srgbClr val="87C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02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F138C-78EF-42D8-A1D1-964A7D34E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44A1EB-2BE1-437F-9FAE-E15641DC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5915C-29D0-4338-B9AB-54ADB5BC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465B5-BB8C-4B63-A68D-8A44348D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1D054-0D77-4A8A-9136-1BA9A0CF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492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3A2CD-6E34-4068-A943-58F9AEED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84977-086E-49F8-864D-8C5B0E363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7A11E-0086-4344-AE28-3C5774C2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5114E-7DC6-4579-9AF7-AFA2EEE0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E95B5-0F52-40D9-9BB7-B53EB3DA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100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3F89E-4FBB-42A7-B0AF-3DB1DB77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B8B69E-7D7D-489B-898C-B1CE25DE0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4CD98-ECDF-4053-9CD1-5D5689A5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2F0FD-69B5-4FE6-9E14-FDD98F4D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4E9DE-4EF7-4A49-9A30-43EF9993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214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1CC43-13E3-4C02-A5BD-853A4AB8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EBAF8-A84C-48AF-B351-A84DD879B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9EDDC4-F8D3-4016-9E1F-3D815A106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9FC689-FA3B-4A46-ADD6-2A96045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29B81A-12E0-403B-948C-19AD87CC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CDF11-4213-4F06-A98D-7761EDA3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610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99B37-2BFF-48A0-9D1C-3C72ED4A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67C05-0756-4A06-8D56-131024738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5D57AF-5824-42FA-A644-16C18CB55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FEF0B8-7426-4EB9-8832-8047D696C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4D10CA-E4A7-4B81-9EF4-DE4B67795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51EDB9-4377-4931-A69D-42AFAF28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04DA84-8E5F-4942-9C28-9D2653FB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933C8D-DB01-4FB9-9DA1-064DBD29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47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3E2F3-F995-4007-96FD-C47DB070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E34D38-E9D0-49DD-AE66-1C826492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31B48B-66BC-4355-94F9-429ECC93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E0AED3-E3C9-4CC2-9B2C-C8AD22E5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49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437784-9ACD-4338-86AB-818CC284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7C68E8-6D32-44E5-92B0-287F4DC0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B0B43F-6000-4E3F-8AFB-F5D1968B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083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768B4-693A-4E98-A3C9-6CC824AE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86095-1300-4953-91EF-69FC8649A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81A1FA-57E4-4F4F-AC25-0FAF5C4B9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FE8B7F-6086-42A1-AEB3-AF56D391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E3F029-0A5E-4785-BE8E-63F01ACF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A69E6E-187F-468F-A637-B84E82CE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07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AFB97-E0ED-4654-98FF-5A501766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B64230-37FA-4461-B5EE-8D59583B8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35E646-B4BB-4CE6-89C7-E4A7D8670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FFDBB-0F87-445B-9F6C-2BB0B6EC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D340E6-7733-4795-9EE0-CD288DD8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60CA8-BBF9-4402-B9AA-CC6FBD00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527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08CD4-7B60-486F-9DC8-4B53B9D4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0A21F-789F-4504-ACD0-F0262727A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8CC822-7175-433E-9356-22F1516C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84D59-520D-4BF1-90AD-93AE0F22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F4CB1A-0AE3-41AF-B37B-0CD5CB5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574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91F156-82BA-4114-91CE-1CCCF0446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D368D-9688-48B6-8304-40170B3C4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1C4BC-A7B3-4D10-9CC1-1C5632E4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40B3A-DE6B-4624-B82F-BA29322B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E0968-ECE9-4E0B-951B-F919DE50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165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22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1BE776-50EA-44D7-82AC-791DE5BB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B989FA-4990-4FF4-BE96-2EFAA2C7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B7041-0EAF-4B02-BFFE-C619F9A8A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6EFB9-6CC6-4FD0-A56A-C8997B06A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34BA1-518D-49A7-90C4-215AA2691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4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lvl1pPr algn="l" defTabSz="1097280" rtl="0" eaLnBrk="1" latinLnBrk="1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1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AD4BA65-B5FF-4E77-9F84-B459F84F3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4114800"/>
            <a:ext cx="14640560" cy="4135120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B4E2947-B3C6-4F66-9E8E-57015BD5E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452120"/>
            <a:ext cx="13634720" cy="732536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E20655E-26A1-41F5-89FC-1AAA3D313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14718"/>
            <a:ext cx="2265680" cy="1198880"/>
          </a:xfrm>
          <a:prstGeom prst="rect">
            <a:avLst/>
          </a:prstGeom>
        </p:spPr>
      </p:pic>
      <p:sp>
        <p:nvSpPr>
          <p:cNvPr id="8" name="TextBox 34">
            <a:extLst>
              <a:ext uri="{FF2B5EF4-FFF2-40B4-BE49-F238E27FC236}">
                <a16:creationId xmlns:a16="http://schemas.microsoft.com/office/drawing/2014/main" id="{EA5C68CA-65C2-41D4-879B-36BBF4235115}"/>
              </a:ext>
            </a:extLst>
          </p:cNvPr>
          <p:cNvSpPr txBox="1"/>
          <p:nvPr/>
        </p:nvSpPr>
        <p:spPr>
          <a:xfrm>
            <a:off x="1803400" y="452120"/>
            <a:ext cx="10785987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500" b="1" dirty="0">
                <a:solidFill>
                  <a:srgbClr val="00074E"/>
                </a:solidFill>
                <a:ea typeface="Pretendard SemiBold"/>
              </a:rPr>
              <a:t>대시보드</a:t>
            </a:r>
            <a:endParaRPr lang="ko-KR" sz="5500" b="1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FB60AF-347A-4B39-9062-0644B924C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42" y="2378453"/>
            <a:ext cx="7253004" cy="5399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8C7BD8-D07B-4790-9B64-3A49C0ED9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848" y="2361927"/>
            <a:ext cx="5934002" cy="5399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3D31CD86-0FB4-466D-AA4E-1E2BB0A499DF}"/>
              </a:ext>
            </a:extLst>
          </p:cNvPr>
          <p:cNvSpPr txBox="1"/>
          <p:nvPr/>
        </p:nvSpPr>
        <p:spPr>
          <a:xfrm>
            <a:off x="985520" y="457200"/>
            <a:ext cx="1635760" cy="51816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dirty="0">
                <a:solidFill>
                  <a:schemeClr val="bg1"/>
                </a:solidFill>
                <a:ea typeface="Pretendard SemiBold"/>
              </a:rPr>
              <a:t>시스템 상세</a:t>
            </a:r>
            <a:endParaRPr lang="ko-KR" altLang="ko-KR" sz="2400" dirty="0">
              <a:solidFill>
                <a:schemeClr val="bg1"/>
              </a:solidFill>
              <a:ea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80077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AD4BA65-B5FF-4E77-9F84-B459F84F3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4114800"/>
            <a:ext cx="14640560" cy="4135120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B4E2947-B3C6-4F66-9E8E-57015BD5E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452120"/>
            <a:ext cx="13634720" cy="732536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E20655E-26A1-41F5-89FC-1AAA3D313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14718"/>
            <a:ext cx="2265680" cy="1198880"/>
          </a:xfrm>
          <a:prstGeom prst="rect">
            <a:avLst/>
          </a:prstGeom>
        </p:spPr>
      </p:pic>
      <p:sp>
        <p:nvSpPr>
          <p:cNvPr id="8" name="TextBox 34">
            <a:extLst>
              <a:ext uri="{FF2B5EF4-FFF2-40B4-BE49-F238E27FC236}">
                <a16:creationId xmlns:a16="http://schemas.microsoft.com/office/drawing/2014/main" id="{EA5C68CA-65C2-41D4-879B-36BBF4235115}"/>
              </a:ext>
            </a:extLst>
          </p:cNvPr>
          <p:cNvSpPr txBox="1"/>
          <p:nvPr/>
        </p:nvSpPr>
        <p:spPr>
          <a:xfrm>
            <a:off x="1803400" y="452120"/>
            <a:ext cx="10785987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500" b="1" dirty="0">
                <a:solidFill>
                  <a:srgbClr val="00074E"/>
                </a:solidFill>
                <a:ea typeface="Pretendard SemiBold"/>
              </a:rPr>
              <a:t>생산 계획</a:t>
            </a:r>
            <a:endParaRPr lang="ko-KR" sz="5500" b="1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3D31CD86-0FB4-466D-AA4E-1E2BB0A499DF}"/>
              </a:ext>
            </a:extLst>
          </p:cNvPr>
          <p:cNvSpPr txBox="1"/>
          <p:nvPr/>
        </p:nvSpPr>
        <p:spPr>
          <a:xfrm>
            <a:off x="985520" y="457200"/>
            <a:ext cx="1635760" cy="51816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dirty="0">
                <a:solidFill>
                  <a:schemeClr val="bg1"/>
                </a:solidFill>
                <a:ea typeface="Pretendard SemiBold"/>
              </a:rPr>
              <a:t>시스템 상세</a:t>
            </a:r>
            <a:endParaRPr lang="ko-KR" altLang="ko-KR" sz="2400" dirty="0">
              <a:solidFill>
                <a:schemeClr val="bg1"/>
              </a:solidFill>
              <a:ea typeface="Pretendard Semi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0FEBAD-ADA5-43D2-A174-173C761CB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" y="1767422"/>
            <a:ext cx="11389360" cy="4993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0DC685-85E6-49BB-80DD-A6C5ACEE0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4114800"/>
            <a:ext cx="11389360" cy="36615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1869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7</Words>
  <Application>Microsoft Office PowerPoint</Application>
  <PresentationFormat>사용자 지정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</dc:creator>
  <cp:lastModifiedBy>성우 서</cp:lastModifiedBy>
  <cp:revision>49</cp:revision>
  <dcterms:created xsi:type="dcterms:W3CDTF">2025-09-26T02:20:32Z</dcterms:created>
  <dcterms:modified xsi:type="dcterms:W3CDTF">2025-10-15T06:54:23Z</dcterms:modified>
</cp:coreProperties>
</file>