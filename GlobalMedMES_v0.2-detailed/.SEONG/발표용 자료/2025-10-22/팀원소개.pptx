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03" r:id="rId1"/>
  </p:sldMasterIdLst>
  <p:notesMasterIdLst>
    <p:notesMasterId r:id="rId3"/>
  </p:notesMasterIdLst>
  <p:sldIdLst>
    <p:sldId id="293" r:id="rId2"/>
  </p:sldIdLst>
  <p:sldSz cx="18288000" cy="10287000"/>
  <p:notesSz cx="6858000" cy="9144000"/>
  <p:embeddedFontLst>
    <p:embeddedFont>
      <p:font typeface="Pretendard Medium" panose="020B0600000101010101" charset="-127"/>
      <p:bold r:id="rId4"/>
    </p:embeddedFont>
    <p:embeddedFont>
      <p:font typeface="Pretendard SemiBold" panose="020B0600000101010101" charset="-127"/>
      <p:bold r:id="rId5"/>
    </p:embeddedFont>
    <p:embeddedFont>
      <p:font typeface="맑은 고딕" panose="020B0503020000020004" pitchFamily="50" charset="-127"/>
      <p:regular r:id="rId6"/>
      <p:bold r:id="rId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468" y="-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A77AE2-AE70-4A6C-9194-89C64575FD33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1C645-1F35-4F92-9369-362DD8740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15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0E81EB-F10E-403B-A95B-83FE1779F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65A869-9325-471C-BAF5-FDE2348995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8DB694-1A5E-4F6B-88C6-79A53A07A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CA4DED-1B20-4190-B7FA-77A58A40E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14718B-4D31-4FB2-99EA-0014BC0E0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69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01CB65-F747-4BAC-8EAC-7CA0FD6AA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F7F757-A902-4A4A-B168-F52CABDED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0B4624-6570-4ECC-BF9F-41D80E2E5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CEF9DD-6C10-4B29-A418-4F61B342A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AD6CB7-B6C3-4592-9B05-8589468BD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527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CD321-3844-4229-92C8-E00B7ADD8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F5F2F0-EA9B-48CF-9A62-E4A4FD8EA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854843-0D99-4CD1-9335-730AE098D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534F67-AD4B-4B77-82A4-49DB28675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A22FC4-502A-4BC9-9E88-92AA9023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56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2C28EE-6D4C-452C-8DCC-7DA4A0729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D3FCC1-CC8A-4A6F-8601-C9993C14A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277EDB-98B1-4130-9606-08279BDDB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346D9F-BF56-4374-8161-7F6ACC01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796D3D-B987-402F-8F5A-39283F72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9CFD50-12F7-4274-A3AD-BBAAE2963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45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C34C44-17A3-4D95-908F-64785E2F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62E2FD-46D4-404B-B18C-21AB4A071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C1CF50-383A-4B04-AD71-2F2C3C656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172141C-A3FF-4818-A74F-8DFDE555FA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1FB63E9-DDE2-4FFC-9C20-13D13FEB87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4555EE5-31A6-4F53-BDFC-285142477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99B5930-9F3B-4D67-A845-0C57AEC75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3ADB6FD-1072-43B2-88D2-6F9F56ACA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75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B68947-C542-46AD-989F-5A22C2B2C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CBC3818-107F-41E6-9685-45F15BC4D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301B3D-AF94-43D2-95E4-335234519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4AED66-828A-4F51-B6C0-DB258B7A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477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C6B4B17-7D0D-4BE6-8AAB-CA61AF385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E36CD45-9695-4EC1-B860-4A8A37116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F3879A-015E-467F-9D17-A253920EE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135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F5B44A-85F2-42E2-BACE-94D0CA1CB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0C4416-0B2A-4F44-B144-C6C14EB62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11892D-4555-467C-A897-9E7AEE669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1F32F7-02BB-4410-8804-66E2D2420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3FD4C6-2737-4DC7-ADBC-38035B603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1A5BAD-41B9-4D77-9BC2-05C24D4FD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82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6F52AF-9E41-4DFA-8232-9236A2213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1AEC01-0068-4D0E-97C5-ED65FB9F6C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FA4E94-D87C-4548-9F8E-4DA6BA004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2E9EBC-3687-4A34-8F6B-CA3468E6B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A5E6B9-66DA-4A44-94F2-C2025F8D2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D2430B-D4B1-47CD-A781-BB9C209BC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176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2A02FF-FE35-4D01-AB88-4803D3D58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C1A8D25-762C-41A9-B489-B46A2A278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5CD130-97BD-4A58-A6B7-6514A3DD6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54768E-A4AC-4036-8BC4-B758EC12F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AF64F1-788B-4003-9FDD-87F9AB78E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37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1D0E4C5-3CC1-4C30-9A54-B1889474C6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B1A4BE-F79B-41B5-AEDF-29E5F210F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3A5E31-EA2C-4024-AF2A-164727881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1BE67F-AE7E-41B1-BBB3-ADC179D68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36BEEE-08E2-4186-9284-A0585BCA9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08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EA6F8EA-C334-4873-B558-0F46A9528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E28F83-EBA3-4D9E-85ED-E9319CED0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63E27A-0E5E-45B9-AE4D-7269657A4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5470B5-2E0E-466A-A609-84CA0797B4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1241BA-6FFB-4C65-A04C-2249E738D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7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1371600" rtl="0" eaLnBrk="1" latinLnBrk="1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1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>
            <a:extLst>
              <a:ext uri="{FF2B5EF4-FFF2-40B4-BE49-F238E27FC236}">
                <a16:creationId xmlns:a16="http://schemas.microsoft.com/office/drawing/2014/main" id="{20CDEA82-CE77-4E79-96A0-375F0AEF6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16" name="Picture 3">
            <a:extLst>
              <a:ext uri="{FF2B5EF4-FFF2-40B4-BE49-F238E27FC236}">
                <a16:creationId xmlns:a16="http://schemas.microsoft.com/office/drawing/2014/main" id="{4028E0DC-231C-49C6-8A40-8F0020495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65150"/>
            <a:ext cx="17043400" cy="9156700"/>
          </a:xfrm>
          <a:prstGeom prst="rect">
            <a:avLst/>
          </a:prstGeom>
        </p:spPr>
      </p:pic>
      <p:graphicFrame>
        <p:nvGraphicFramePr>
          <p:cNvPr id="68" name="표 68">
            <a:extLst>
              <a:ext uri="{FF2B5EF4-FFF2-40B4-BE49-F238E27FC236}">
                <a16:creationId xmlns:a16="http://schemas.microsoft.com/office/drawing/2014/main" id="{C053A686-0272-4CAE-A48B-8F67C71EE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419958"/>
              </p:ext>
            </p:extLst>
          </p:nvPr>
        </p:nvGraphicFramePr>
        <p:xfrm>
          <a:off x="1511300" y="3717482"/>
          <a:ext cx="15024028" cy="5159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6007">
                  <a:extLst>
                    <a:ext uri="{9D8B030D-6E8A-4147-A177-3AD203B41FA5}">
                      <a16:colId xmlns:a16="http://schemas.microsoft.com/office/drawing/2014/main" val="803231269"/>
                    </a:ext>
                  </a:extLst>
                </a:gridCol>
                <a:gridCol w="3756007">
                  <a:extLst>
                    <a:ext uri="{9D8B030D-6E8A-4147-A177-3AD203B41FA5}">
                      <a16:colId xmlns:a16="http://schemas.microsoft.com/office/drawing/2014/main" val="3988125235"/>
                    </a:ext>
                  </a:extLst>
                </a:gridCol>
                <a:gridCol w="3756007">
                  <a:extLst>
                    <a:ext uri="{9D8B030D-6E8A-4147-A177-3AD203B41FA5}">
                      <a16:colId xmlns:a16="http://schemas.microsoft.com/office/drawing/2014/main" val="1861867409"/>
                    </a:ext>
                  </a:extLst>
                </a:gridCol>
                <a:gridCol w="3756007">
                  <a:extLst>
                    <a:ext uri="{9D8B030D-6E8A-4147-A177-3AD203B41FA5}">
                      <a16:colId xmlns:a16="http://schemas.microsoft.com/office/drawing/2014/main" val="2339604245"/>
                    </a:ext>
                  </a:extLst>
                </a:gridCol>
              </a:tblGrid>
              <a:tr h="515981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546002"/>
                  </a:ext>
                </a:extLst>
              </a:tr>
            </a:tbl>
          </a:graphicData>
        </a:graphic>
      </p:graphicFrame>
      <p:pic>
        <p:nvPicPr>
          <p:cNvPr id="14" name="Picture 30">
            <a:extLst>
              <a:ext uri="{FF2B5EF4-FFF2-40B4-BE49-F238E27FC236}">
                <a16:creationId xmlns:a16="http://schemas.microsoft.com/office/drawing/2014/main" id="{36195DEA-B0BD-4D42-B75F-E6807B2CD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600" y="419100"/>
            <a:ext cx="2832100" cy="1498600"/>
          </a:xfrm>
          <a:prstGeom prst="rect">
            <a:avLst/>
          </a:prstGeom>
        </p:spPr>
      </p:pic>
      <p:sp>
        <p:nvSpPr>
          <p:cNvPr id="19" name="TextBox 31">
            <a:extLst>
              <a:ext uri="{FF2B5EF4-FFF2-40B4-BE49-F238E27FC236}">
                <a16:creationId xmlns:a16="http://schemas.microsoft.com/office/drawing/2014/main" id="{683DA7E6-F349-42D8-9D40-08EE9F12FC3B}"/>
              </a:ext>
            </a:extLst>
          </p:cNvPr>
          <p:cNvSpPr txBox="1"/>
          <p:nvPr/>
        </p:nvSpPr>
        <p:spPr>
          <a:xfrm>
            <a:off x="1511300" y="787400"/>
            <a:ext cx="20447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3300" b="1" spc="100" dirty="0">
                <a:solidFill>
                  <a:srgbClr val="FFFFFF"/>
                </a:solidFill>
                <a:latin typeface="Pretendard Medium"/>
              </a:rPr>
              <a:t>팀원 소개</a:t>
            </a:r>
            <a:endParaRPr lang="en-US" sz="3300" b="1" i="0" u="none" strike="noStrike" spc="100" dirty="0">
              <a:solidFill>
                <a:srgbClr val="FFFFFF"/>
              </a:solidFill>
              <a:latin typeface="Pretendard Medium"/>
            </a:endParaRPr>
          </a:p>
        </p:txBody>
      </p:sp>
      <p:sp>
        <p:nvSpPr>
          <p:cNvPr id="46" name="TextBox 15">
            <a:extLst>
              <a:ext uri="{FF2B5EF4-FFF2-40B4-BE49-F238E27FC236}">
                <a16:creationId xmlns:a16="http://schemas.microsoft.com/office/drawing/2014/main" id="{0AFA9D27-4B47-4502-BDFE-F6C29808B2E0}"/>
              </a:ext>
            </a:extLst>
          </p:cNvPr>
          <p:cNvSpPr txBox="1"/>
          <p:nvPr/>
        </p:nvSpPr>
        <p:spPr>
          <a:xfrm>
            <a:off x="1984908" y="5625646"/>
            <a:ext cx="3146985" cy="60642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5400" b="0" i="0" u="none" strike="noStrike" dirty="0">
                <a:latin typeface="Pretendard SemiBold"/>
              </a:rPr>
              <a:t>김태영</a:t>
            </a:r>
            <a:endParaRPr lang="en-US" sz="5400" b="0" i="0" u="none" strike="noStrike" dirty="0">
              <a:latin typeface="Pretendard SemiBold"/>
            </a:endParaRPr>
          </a:p>
        </p:txBody>
      </p:sp>
      <p:sp>
        <p:nvSpPr>
          <p:cNvPr id="47" name="TextBox 15">
            <a:extLst>
              <a:ext uri="{FF2B5EF4-FFF2-40B4-BE49-F238E27FC236}">
                <a16:creationId xmlns:a16="http://schemas.microsoft.com/office/drawing/2014/main" id="{1D139080-8AD8-4B8D-8D6A-05E89E1A0BC5}"/>
              </a:ext>
            </a:extLst>
          </p:cNvPr>
          <p:cNvSpPr txBox="1"/>
          <p:nvPr/>
        </p:nvSpPr>
        <p:spPr>
          <a:xfrm>
            <a:off x="5709236" y="5625646"/>
            <a:ext cx="3146985" cy="60642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5400" dirty="0">
                <a:solidFill>
                  <a:srgbClr val="00074E"/>
                </a:solidFill>
                <a:latin typeface="Pretendard SemiBold"/>
              </a:rPr>
              <a:t>이상욱</a:t>
            </a:r>
            <a:endParaRPr lang="en-US" sz="5400" b="0" i="0" u="none" strike="noStrike" dirty="0">
              <a:solidFill>
                <a:srgbClr val="00074E"/>
              </a:solidFill>
              <a:latin typeface="Pretendard SemiBold"/>
            </a:endParaRPr>
          </a:p>
        </p:txBody>
      </p:sp>
      <p:sp>
        <p:nvSpPr>
          <p:cNvPr id="48" name="TextBox 15">
            <a:extLst>
              <a:ext uri="{FF2B5EF4-FFF2-40B4-BE49-F238E27FC236}">
                <a16:creationId xmlns:a16="http://schemas.microsoft.com/office/drawing/2014/main" id="{25E3C5DC-1E3E-4E62-863B-DB865EAFB2D2}"/>
              </a:ext>
            </a:extLst>
          </p:cNvPr>
          <p:cNvSpPr txBox="1"/>
          <p:nvPr/>
        </p:nvSpPr>
        <p:spPr>
          <a:xfrm>
            <a:off x="9337008" y="5625646"/>
            <a:ext cx="3146985" cy="60642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5400" b="0" i="0" u="none" strike="noStrike" dirty="0" err="1">
                <a:solidFill>
                  <a:srgbClr val="00074E"/>
                </a:solidFill>
                <a:latin typeface="Pretendard SemiBold"/>
              </a:rPr>
              <a:t>서성우</a:t>
            </a:r>
            <a:endParaRPr lang="en-US" sz="5400" b="0" i="0" u="none" strike="noStrike" dirty="0">
              <a:solidFill>
                <a:srgbClr val="00074E"/>
              </a:solidFill>
              <a:latin typeface="Pretendard SemiBold"/>
            </a:endParaRPr>
          </a:p>
        </p:txBody>
      </p:sp>
      <p:sp>
        <p:nvSpPr>
          <p:cNvPr id="49" name="TextBox 15">
            <a:extLst>
              <a:ext uri="{FF2B5EF4-FFF2-40B4-BE49-F238E27FC236}">
                <a16:creationId xmlns:a16="http://schemas.microsoft.com/office/drawing/2014/main" id="{F9D6092F-EEF3-4749-B3D2-2555E0DC3FE6}"/>
              </a:ext>
            </a:extLst>
          </p:cNvPr>
          <p:cNvSpPr txBox="1"/>
          <p:nvPr/>
        </p:nvSpPr>
        <p:spPr>
          <a:xfrm>
            <a:off x="12964779" y="5645603"/>
            <a:ext cx="3146985" cy="60642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5400" dirty="0" err="1">
                <a:solidFill>
                  <a:srgbClr val="00074E"/>
                </a:solidFill>
                <a:latin typeface="Pretendard SemiBold"/>
              </a:rPr>
              <a:t>장범수</a:t>
            </a:r>
            <a:endParaRPr lang="en-US" sz="5400" b="0" i="0" u="none" strike="noStrike" dirty="0">
              <a:solidFill>
                <a:srgbClr val="00074E"/>
              </a:solidFill>
              <a:latin typeface="Pretendard SemiBold"/>
            </a:endParaRPr>
          </a:p>
        </p:txBody>
      </p:sp>
      <p:sp>
        <p:nvSpPr>
          <p:cNvPr id="50" name="TextBox 15">
            <a:extLst>
              <a:ext uri="{FF2B5EF4-FFF2-40B4-BE49-F238E27FC236}">
                <a16:creationId xmlns:a16="http://schemas.microsoft.com/office/drawing/2014/main" id="{BE0177FE-F459-45AE-AA56-6806A606781F}"/>
              </a:ext>
            </a:extLst>
          </p:cNvPr>
          <p:cNvSpPr txBox="1"/>
          <p:nvPr/>
        </p:nvSpPr>
        <p:spPr>
          <a:xfrm>
            <a:off x="1910923" y="6485669"/>
            <a:ext cx="3146985" cy="239163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800" dirty="0">
                <a:latin typeface="Pretendard SemiBold"/>
              </a:rPr>
              <a:t>팀장</a:t>
            </a:r>
            <a:endParaRPr lang="en-US" altLang="ko-KR" sz="2800" dirty="0">
              <a:latin typeface="Pretendard SemiBold"/>
            </a:endParaRPr>
          </a:p>
          <a:p>
            <a:pPr lvl="0" algn="ctr">
              <a:lnSpc>
                <a:spcPct val="107899"/>
              </a:lnSpc>
            </a:pPr>
            <a:r>
              <a:rPr lang="ko-KR" altLang="en-US" sz="2800" dirty="0">
                <a:latin typeface="Pretendard SemiBold"/>
              </a:rPr>
              <a:t>기획</a:t>
            </a:r>
            <a:endParaRPr lang="en-US" altLang="ko-KR" sz="2800" dirty="0">
              <a:latin typeface="Pretendard SemiBold"/>
            </a:endParaRPr>
          </a:p>
          <a:p>
            <a:pPr lvl="0" algn="ctr">
              <a:lnSpc>
                <a:spcPct val="107899"/>
              </a:lnSpc>
            </a:pPr>
            <a:r>
              <a:rPr lang="en-US" altLang="ko-KR" sz="2800" dirty="0">
                <a:latin typeface="Pretendard SemiBold"/>
              </a:rPr>
              <a:t>MES, ERP </a:t>
            </a:r>
          </a:p>
          <a:p>
            <a:pPr lvl="0" algn="ctr">
              <a:lnSpc>
                <a:spcPct val="107899"/>
              </a:lnSpc>
            </a:pPr>
            <a:r>
              <a:rPr lang="ko-KR" altLang="en-US" sz="2800" dirty="0">
                <a:latin typeface="Pretendard SemiBold"/>
              </a:rPr>
              <a:t>프로토타입 개발</a:t>
            </a:r>
            <a:endParaRPr lang="en-US" altLang="ko-KR" sz="2800" dirty="0">
              <a:latin typeface="Pretendard SemiBold"/>
            </a:endParaRPr>
          </a:p>
        </p:txBody>
      </p:sp>
      <p:sp>
        <p:nvSpPr>
          <p:cNvPr id="53" name="TextBox 15">
            <a:extLst>
              <a:ext uri="{FF2B5EF4-FFF2-40B4-BE49-F238E27FC236}">
                <a16:creationId xmlns:a16="http://schemas.microsoft.com/office/drawing/2014/main" id="{77733C61-F6C9-4F4C-82FC-941D11639579}"/>
              </a:ext>
            </a:extLst>
          </p:cNvPr>
          <p:cNvSpPr txBox="1"/>
          <p:nvPr/>
        </p:nvSpPr>
        <p:spPr>
          <a:xfrm>
            <a:off x="5538694" y="6340475"/>
            <a:ext cx="3146985" cy="161809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800" b="0" i="0" u="none" strike="noStrike" dirty="0">
                <a:solidFill>
                  <a:srgbClr val="00074E"/>
                </a:solidFill>
                <a:latin typeface="Pretendard SemiBold"/>
              </a:rPr>
              <a:t>주</a:t>
            </a:r>
            <a:r>
              <a:rPr lang="en-US" altLang="ko-KR" sz="2800" b="0" i="0" u="none" strike="noStrike" dirty="0">
                <a:solidFill>
                  <a:srgbClr val="00074E"/>
                </a:solidFill>
                <a:latin typeface="Pretendard SemiBold"/>
              </a:rPr>
              <a:t>-</a:t>
            </a:r>
            <a:r>
              <a:rPr lang="ko-KR" altLang="en-US" sz="2800" b="0" i="0" u="none" strike="noStrike" dirty="0" err="1">
                <a:solidFill>
                  <a:srgbClr val="00074E"/>
                </a:solidFill>
                <a:latin typeface="Pretendard SemiBold"/>
              </a:rPr>
              <a:t>백엔드</a:t>
            </a:r>
            <a:endParaRPr lang="en-US" altLang="ko-KR" sz="2800" b="0" i="0" u="none" strike="noStrike" dirty="0">
              <a:solidFill>
                <a:srgbClr val="00074E"/>
              </a:solidFill>
              <a:latin typeface="Pretendard SemiBold"/>
            </a:endParaRPr>
          </a:p>
          <a:p>
            <a:pPr lvl="0" algn="ctr">
              <a:lnSpc>
                <a:spcPct val="107899"/>
              </a:lnSpc>
            </a:pPr>
            <a:r>
              <a:rPr lang="en-US" sz="2800" b="0" i="0" u="none" strike="noStrike" dirty="0">
                <a:solidFill>
                  <a:srgbClr val="00074E"/>
                </a:solidFill>
                <a:latin typeface="Pretendard SemiBold"/>
              </a:rPr>
              <a:t>(CMMS)</a:t>
            </a:r>
          </a:p>
          <a:p>
            <a:pPr lvl="0" algn="ctr">
              <a:lnSpc>
                <a:spcPct val="107899"/>
              </a:lnSpc>
            </a:pPr>
            <a:r>
              <a:rPr lang="ko-KR" altLang="en-US" sz="2800" dirty="0">
                <a:solidFill>
                  <a:srgbClr val="00074E"/>
                </a:solidFill>
                <a:latin typeface="Pretendard SemiBold"/>
              </a:rPr>
              <a:t>부</a:t>
            </a:r>
            <a:r>
              <a:rPr lang="en-US" altLang="ko-KR" sz="2800" dirty="0">
                <a:solidFill>
                  <a:srgbClr val="00074E"/>
                </a:solidFill>
                <a:latin typeface="Pretendard SemiBold"/>
              </a:rPr>
              <a:t>-</a:t>
            </a:r>
            <a:r>
              <a:rPr lang="ko-KR" altLang="en-US" sz="2800" dirty="0" err="1">
                <a:solidFill>
                  <a:srgbClr val="00074E"/>
                </a:solidFill>
                <a:latin typeface="Pretendard SemiBold"/>
              </a:rPr>
              <a:t>프론트엔드</a:t>
            </a:r>
            <a:endParaRPr lang="en-US" sz="2800" b="0" i="0" u="none" strike="noStrike" dirty="0">
              <a:solidFill>
                <a:srgbClr val="00074E"/>
              </a:solidFill>
              <a:latin typeface="Pretendard SemiBold"/>
            </a:endParaRPr>
          </a:p>
        </p:txBody>
      </p:sp>
      <p:sp>
        <p:nvSpPr>
          <p:cNvPr id="54" name="TextBox 15">
            <a:extLst>
              <a:ext uri="{FF2B5EF4-FFF2-40B4-BE49-F238E27FC236}">
                <a16:creationId xmlns:a16="http://schemas.microsoft.com/office/drawing/2014/main" id="{19EACEC0-0035-4C1A-912E-2B01DF0BDF86}"/>
              </a:ext>
            </a:extLst>
          </p:cNvPr>
          <p:cNvSpPr txBox="1"/>
          <p:nvPr/>
        </p:nvSpPr>
        <p:spPr>
          <a:xfrm>
            <a:off x="9320678" y="6386285"/>
            <a:ext cx="3146985" cy="161809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800" b="0" i="0" u="none" strike="noStrike" dirty="0">
                <a:solidFill>
                  <a:srgbClr val="00074E"/>
                </a:solidFill>
                <a:latin typeface="Pretendard SemiBold"/>
              </a:rPr>
              <a:t>주</a:t>
            </a:r>
            <a:r>
              <a:rPr lang="en-US" altLang="ko-KR" sz="2800" b="0" i="0" u="none" strike="noStrike" dirty="0">
                <a:solidFill>
                  <a:srgbClr val="00074E"/>
                </a:solidFill>
                <a:latin typeface="Pretendard SemiBold"/>
              </a:rPr>
              <a:t>-</a:t>
            </a:r>
            <a:r>
              <a:rPr lang="ko-KR" altLang="en-US" sz="2800" b="0" i="0" u="none" strike="noStrike" dirty="0" err="1">
                <a:solidFill>
                  <a:srgbClr val="00074E"/>
                </a:solidFill>
                <a:latin typeface="Pretendard SemiBold"/>
              </a:rPr>
              <a:t>백엔드</a:t>
            </a:r>
            <a:endParaRPr lang="en-US" altLang="ko-KR" sz="2800" dirty="0">
              <a:solidFill>
                <a:srgbClr val="00074E"/>
              </a:solidFill>
              <a:latin typeface="Pretendard SemiBold"/>
            </a:endParaRPr>
          </a:p>
          <a:p>
            <a:pPr lvl="0" algn="ctr">
              <a:lnSpc>
                <a:spcPct val="107899"/>
              </a:lnSpc>
            </a:pPr>
            <a:r>
              <a:rPr lang="en-US" altLang="ko-KR" sz="2800" dirty="0">
                <a:solidFill>
                  <a:srgbClr val="00074E"/>
                </a:solidFill>
                <a:latin typeface="Pretendard SemiBold"/>
              </a:rPr>
              <a:t>(KPI,</a:t>
            </a:r>
            <a:r>
              <a:rPr lang="ko-KR" altLang="en-US" sz="2800" dirty="0">
                <a:solidFill>
                  <a:srgbClr val="00074E"/>
                </a:solidFill>
                <a:latin typeface="Pretendard SemiBold"/>
              </a:rPr>
              <a:t> 공정</a:t>
            </a:r>
            <a:r>
              <a:rPr lang="en-US" altLang="ko-KR" sz="2800" dirty="0">
                <a:solidFill>
                  <a:srgbClr val="00074E"/>
                </a:solidFill>
                <a:latin typeface="Pretendard SemiBold"/>
              </a:rPr>
              <a:t>, </a:t>
            </a:r>
            <a:r>
              <a:rPr lang="ko-KR" altLang="en-US" sz="2800" dirty="0">
                <a:solidFill>
                  <a:srgbClr val="00074E"/>
                </a:solidFill>
                <a:latin typeface="Pretendard SemiBold"/>
              </a:rPr>
              <a:t>교대</a:t>
            </a:r>
            <a:r>
              <a:rPr lang="en-US" altLang="ko-KR" sz="2800" dirty="0">
                <a:solidFill>
                  <a:srgbClr val="00074E"/>
                </a:solidFill>
                <a:latin typeface="Pretendard SemiBold"/>
              </a:rPr>
              <a:t>)</a:t>
            </a:r>
          </a:p>
          <a:p>
            <a:pPr lvl="0" algn="ctr">
              <a:lnSpc>
                <a:spcPct val="107899"/>
              </a:lnSpc>
            </a:pPr>
            <a:r>
              <a:rPr lang="ko-KR" altLang="en-US" sz="2800" dirty="0">
                <a:solidFill>
                  <a:srgbClr val="00074E"/>
                </a:solidFill>
                <a:latin typeface="Pretendard SemiBold"/>
              </a:rPr>
              <a:t>부</a:t>
            </a:r>
            <a:r>
              <a:rPr lang="en-US" altLang="ko-KR" sz="2800" dirty="0">
                <a:solidFill>
                  <a:srgbClr val="00074E"/>
                </a:solidFill>
                <a:latin typeface="Pretendard SemiBold"/>
              </a:rPr>
              <a:t>-</a:t>
            </a:r>
            <a:r>
              <a:rPr lang="ko-KR" altLang="en-US" sz="2800" dirty="0" err="1">
                <a:solidFill>
                  <a:srgbClr val="00074E"/>
                </a:solidFill>
                <a:latin typeface="Pretendard SemiBold"/>
              </a:rPr>
              <a:t>프론트엔드</a:t>
            </a:r>
            <a:endParaRPr lang="en-US" altLang="ko-KR" sz="2800" dirty="0">
              <a:solidFill>
                <a:srgbClr val="00074E"/>
              </a:solidFill>
              <a:latin typeface="Pretendard SemiBold"/>
            </a:endParaRPr>
          </a:p>
        </p:txBody>
      </p:sp>
      <p:sp>
        <p:nvSpPr>
          <p:cNvPr id="55" name="TextBox 15">
            <a:extLst>
              <a:ext uri="{FF2B5EF4-FFF2-40B4-BE49-F238E27FC236}">
                <a16:creationId xmlns:a16="http://schemas.microsoft.com/office/drawing/2014/main" id="{53EDEE05-81DA-48DA-886F-85834475E7B9}"/>
              </a:ext>
            </a:extLst>
          </p:cNvPr>
          <p:cNvSpPr txBox="1"/>
          <p:nvPr/>
        </p:nvSpPr>
        <p:spPr>
          <a:xfrm>
            <a:off x="13035934" y="6232071"/>
            <a:ext cx="3146985" cy="188388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800" b="0" i="0" u="none" strike="noStrike" dirty="0" err="1">
                <a:solidFill>
                  <a:srgbClr val="00074E"/>
                </a:solidFill>
                <a:latin typeface="Pretendard SemiBold"/>
              </a:rPr>
              <a:t>프론트엔드</a:t>
            </a:r>
            <a:endParaRPr lang="en-US" altLang="ko-KR" sz="2800" b="0" i="0" u="none" strike="noStrike" dirty="0">
              <a:solidFill>
                <a:srgbClr val="00074E"/>
              </a:solidFill>
              <a:latin typeface="Pretendard SemiBold"/>
            </a:endParaRPr>
          </a:p>
          <a:p>
            <a:pPr lvl="0" algn="ctr">
              <a:lnSpc>
                <a:spcPct val="107899"/>
              </a:lnSpc>
            </a:pPr>
            <a:r>
              <a:rPr lang="ko-KR" altLang="en-US" sz="2800" dirty="0">
                <a:solidFill>
                  <a:srgbClr val="00074E"/>
                </a:solidFill>
                <a:latin typeface="Pretendard SemiBold"/>
              </a:rPr>
              <a:t>발표 </a:t>
            </a:r>
            <a:r>
              <a:rPr lang="en-US" altLang="ko-KR" sz="2800" dirty="0">
                <a:solidFill>
                  <a:srgbClr val="00074E"/>
                </a:solidFill>
                <a:latin typeface="Pretendard SemiBold"/>
              </a:rPr>
              <a:t>PPT </a:t>
            </a:r>
            <a:r>
              <a:rPr lang="ko-KR" altLang="en-US" sz="2800" dirty="0">
                <a:solidFill>
                  <a:srgbClr val="00074E"/>
                </a:solidFill>
                <a:latin typeface="Pretendard SemiBold"/>
              </a:rPr>
              <a:t>작성</a:t>
            </a:r>
            <a:endParaRPr lang="en-US" sz="2800" b="0" i="0" u="none" strike="noStrike" dirty="0">
              <a:solidFill>
                <a:srgbClr val="00074E"/>
              </a:solidFill>
              <a:latin typeface="Pretendard SemiBold"/>
            </a:endParaRP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05A165E1-705D-4D3F-91A7-F3A704EDA9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9426" y="2007482"/>
            <a:ext cx="3420000" cy="3420000"/>
          </a:xfrm>
          <a:prstGeom prst="ellipse">
            <a:avLst/>
          </a:prstGeom>
          <a:ln w="12700" cap="rnd">
            <a:solidFill>
              <a:srgbClr val="333333"/>
            </a:solidFill>
          </a:ln>
          <a:effectLst/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82E10954-F091-45E1-AD89-183117766C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2051" y="2007482"/>
            <a:ext cx="3420000" cy="3420000"/>
          </a:xfrm>
          <a:prstGeom prst="ellipse">
            <a:avLst/>
          </a:prstGeom>
          <a:ln w="12700" cap="rnd">
            <a:solidFill>
              <a:srgbClr val="333333"/>
            </a:solidFill>
          </a:ln>
          <a:effectLst/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AF0E40D1-401C-4968-866D-65EB705FAF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009" y="2007482"/>
            <a:ext cx="3420000" cy="3420000"/>
          </a:xfrm>
          <a:prstGeom prst="ellipse">
            <a:avLst/>
          </a:prstGeom>
          <a:ln w="12700" cap="rnd">
            <a:solidFill>
              <a:srgbClr val="333333"/>
            </a:solidFill>
          </a:ln>
          <a:effectLst/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E04FB549-5016-4A24-9443-D6A61137B0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310" y="2007482"/>
            <a:ext cx="3420000" cy="3420000"/>
          </a:xfrm>
          <a:prstGeom prst="ellipse">
            <a:avLst/>
          </a:prstGeom>
          <a:ln w="12700" cap="rnd">
            <a:solidFill>
              <a:srgbClr val="333333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488365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</TotalTime>
  <Words>39</Words>
  <Application>Microsoft Office PowerPoint</Application>
  <PresentationFormat>사용자 지정</PresentationFormat>
  <Paragraphs>17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Pretendard SemiBold</vt:lpstr>
      <vt:lpstr>Pretendard Medium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성우 서</cp:lastModifiedBy>
  <cp:revision>55</cp:revision>
  <dcterms:created xsi:type="dcterms:W3CDTF">2006-08-16T00:00:00Z</dcterms:created>
  <dcterms:modified xsi:type="dcterms:W3CDTF">2025-10-15T07:36:25Z</dcterms:modified>
</cp:coreProperties>
</file>