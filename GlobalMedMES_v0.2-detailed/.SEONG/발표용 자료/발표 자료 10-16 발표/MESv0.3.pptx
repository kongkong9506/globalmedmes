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82" r:id="rId1"/>
  </p:sldMasterIdLst>
  <p:notesMasterIdLst>
    <p:notesMasterId r:id="rId21"/>
  </p:notesMasterIdLst>
  <p:sldIdLst>
    <p:sldId id="267" r:id="rId2"/>
    <p:sldId id="276" r:id="rId3"/>
    <p:sldId id="277" r:id="rId4"/>
    <p:sldId id="268" r:id="rId5"/>
    <p:sldId id="282" r:id="rId6"/>
    <p:sldId id="283" r:id="rId7"/>
    <p:sldId id="284" r:id="rId8"/>
    <p:sldId id="285" r:id="rId9"/>
    <p:sldId id="286" r:id="rId10"/>
    <p:sldId id="290" r:id="rId11"/>
    <p:sldId id="287" r:id="rId12"/>
    <p:sldId id="288" r:id="rId13"/>
    <p:sldId id="289" r:id="rId14"/>
    <p:sldId id="291" r:id="rId15"/>
    <p:sldId id="280" r:id="rId16"/>
    <p:sldId id="281" r:id="rId17"/>
    <p:sldId id="279" r:id="rId18"/>
    <p:sldId id="278" r:id="rId19"/>
    <p:sldId id="292" r:id="rId20"/>
  </p:sldIdLst>
  <p:sldSz cx="14630400" cy="8229600"/>
  <p:notesSz cx="8229600" cy="14630400"/>
  <p:embeddedFontLst>
    <p:embeddedFont>
      <p:font typeface="맑은 고딕" panose="020B0503020000020004" pitchFamily="50" charset="-127"/>
      <p:regular r:id="rId22"/>
      <p:bold r:id="rId23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592" userDrawn="1">
          <p15:clr>
            <a:srgbClr val="A4A3A4"/>
          </p15:clr>
        </p15:guide>
        <p15:guide id="2" pos="463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6147AFC-F5BA-1283-1206-89F1C47CE0C7}" v="152" dt="2025-09-26T05:35:37.037"/>
    <p1510:client id="{DB6D6224-B3F4-8052-D7CD-B374681D96BC}" v="1" dt="2025-09-26T05:41:30.562"/>
    <p1510:client id="{F5EC6FCE-5DB3-43C2-AA48-6B91436DA76A}" v="585" dt="2025-09-26T06:07:51.22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50" d="100"/>
          <a:sy n="50" d="100"/>
        </p:scale>
        <p:origin x="444" y="1248"/>
      </p:cViewPr>
      <p:guideLst>
        <p:guide orient="horz" pos="2592"/>
        <p:guide pos="4631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180282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C9F138C-78EF-42D8-A1D1-964A7D34E2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8800" y="1346836"/>
            <a:ext cx="10972800" cy="2865120"/>
          </a:xfrm>
        </p:spPr>
        <p:txBody>
          <a:bodyPr anchor="b"/>
          <a:lstStyle>
            <a:lvl1pPr algn="ctr">
              <a:defRPr sz="7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A44A1EB-2BE1-437F-9FAE-E15641DC9B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4322446"/>
            <a:ext cx="10972800" cy="1986914"/>
          </a:xfrm>
        </p:spPr>
        <p:txBody>
          <a:bodyPr/>
          <a:lstStyle>
            <a:lvl1pPr marL="0" indent="0" algn="ctr">
              <a:buNone/>
              <a:defRPr sz="2880"/>
            </a:lvl1pPr>
            <a:lvl2pPr marL="548640" indent="0" algn="ctr">
              <a:buNone/>
              <a:defRPr sz="2400"/>
            </a:lvl2pPr>
            <a:lvl3pPr marL="1097280" indent="0" algn="ctr">
              <a:buNone/>
              <a:defRPr sz="2160"/>
            </a:lvl3pPr>
            <a:lvl4pPr marL="1645920" indent="0" algn="ctr">
              <a:buNone/>
              <a:defRPr sz="1920"/>
            </a:lvl4pPr>
            <a:lvl5pPr marL="2194560" indent="0" algn="ctr">
              <a:buNone/>
              <a:defRPr sz="1920"/>
            </a:lvl5pPr>
            <a:lvl6pPr marL="2743200" indent="0" algn="ctr">
              <a:buNone/>
              <a:defRPr sz="1920"/>
            </a:lvl6pPr>
            <a:lvl7pPr marL="3291840" indent="0" algn="ctr">
              <a:buNone/>
              <a:defRPr sz="1920"/>
            </a:lvl7pPr>
            <a:lvl8pPr marL="3840480" indent="0" algn="ctr">
              <a:buNone/>
              <a:defRPr sz="1920"/>
            </a:lvl8pPr>
            <a:lvl9pPr marL="4389120" indent="0" algn="ctr">
              <a:buNone/>
              <a:defRPr sz="192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0E5915C-29D0-4338-B9AB-54ADB5BC30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10/16/2025</a:t>
            </a:fld>
            <a:endParaRPr 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85465B5-BB8C-4B63-A68D-8A44348D17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A01D054-0D77-4A8A-9136-1BA9A0CF72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1649247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553A2CD-6E34-4068-A943-58F9AEED09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6F84977-086E-49F8-864D-8C5B0E363B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577A11E-0086-4344-AE28-3C5774C266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10/16/2025</a:t>
            </a:fld>
            <a:endParaRPr 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7D5114E-7DC6-4579-9AF7-AFA2EEE09B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C6E95B5-0F52-40D9-9BB7-B53EB3DAF8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3210060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D73F89E-4FBB-42A7-B0AF-3DB1DB77E1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8220" y="2051686"/>
            <a:ext cx="12618720" cy="3423284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0B8B69E-7D7D-489B-898C-B1CE25DE06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98220" y="5507356"/>
            <a:ext cx="12618720" cy="1800224"/>
          </a:xfrm>
        </p:spPr>
        <p:txBody>
          <a:bodyPr/>
          <a:lstStyle>
            <a:lvl1pPr marL="0" indent="0">
              <a:buNone/>
              <a:defRPr sz="2880">
                <a:solidFill>
                  <a:schemeClr val="tx1">
                    <a:tint val="75000"/>
                  </a:schemeClr>
                </a:solidFill>
              </a:defRPr>
            </a:lvl1pPr>
            <a:lvl2pPr marL="54864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4C4CD98-ECDF-4053-9CD1-5D5689A5E8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10/16/2025</a:t>
            </a:fld>
            <a:endParaRPr 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472F0FD-69B5-4FE6-9E14-FDD98F4DB1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274E9DE-4EF7-4A49-9A30-43EF999378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7621433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8C1CC43-13E3-4C02-A5BD-853A4AB887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A9EBAF8-A84C-48AF-B351-A84DD879B0E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05840" y="2190750"/>
            <a:ext cx="6217920" cy="5221606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59EDDC4-F8D3-4016-9E1F-3D815A1063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406640" y="2190750"/>
            <a:ext cx="6217920" cy="5221606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99FC689-FA3B-4A46-ADD6-2A960453D6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10/16/2025</a:t>
            </a:fld>
            <a:endParaRPr lang="en-US" dirty="0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129B81A-12E0-403B-948C-19AD87CCDF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AECDF11-4213-4F06-A98D-7761EDA365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3661098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A899B37-2BFF-48A0-9D1C-3C72ED4A33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7746" y="438150"/>
            <a:ext cx="12618720" cy="1590676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5167C05-0756-4A06-8D56-1310247389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07746" y="2017396"/>
            <a:ext cx="6189344" cy="988694"/>
          </a:xfrm>
        </p:spPr>
        <p:txBody>
          <a:bodyPr anchor="b"/>
          <a:lstStyle>
            <a:lvl1pPr marL="0" indent="0">
              <a:buNone/>
              <a:defRPr sz="2880" b="1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85D57AF-5824-42FA-A644-16C18CB55F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07746" y="3006090"/>
            <a:ext cx="6189344" cy="4421506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6EFEF0B8-7426-4EB9-8832-8047D696CCA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406640" y="2017396"/>
            <a:ext cx="6219826" cy="988694"/>
          </a:xfrm>
        </p:spPr>
        <p:txBody>
          <a:bodyPr anchor="b"/>
          <a:lstStyle>
            <a:lvl1pPr marL="0" indent="0">
              <a:buNone/>
              <a:defRPr sz="2880" b="1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DE4D10CA-E4A7-4B81-9EF4-DE4B6779549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7406640" y="3006090"/>
            <a:ext cx="6219826" cy="4421506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1C51EDB9-4377-4931-A69D-42AFAF28E5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10/16/2025</a:t>
            </a:fld>
            <a:endParaRPr lang="en-US" dirty="0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D104DA84-8E5F-4942-9C28-9D2653FB40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71933C8D-DB01-4FB9-9DA1-064DBD29F2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494768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963E2F3-F995-4007-96FD-C47DB0701A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9BE34D38-E9D0-49DD-AE66-1C826492DD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10/16/2025</a:t>
            </a:fld>
            <a:endParaRPr 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0731B48B-66BC-4355-94F9-429ECC93C6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BE0AED3-E3C9-4CC2-9B2C-C8AD22E554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4594927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31437784-9ACD-4338-86AB-818CC28438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10/16/2025</a:t>
            </a:fld>
            <a:endParaRPr lang="en-US" dirty="0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557C68E8-6D32-44E5-92B0-287F4DC01C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4B0B43F-6000-4E3F-8AFB-F5D1968B29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5808359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8D768B4-693A-4E98-A3C9-6CC824AE19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7746" y="548640"/>
            <a:ext cx="4718684" cy="1920240"/>
          </a:xfrm>
        </p:spPr>
        <p:txBody>
          <a:bodyPr anchor="b"/>
          <a:lstStyle>
            <a:lvl1pPr>
              <a:defRPr sz="384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F786095-1300-4953-91EF-69FC8649AD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19826" y="1184911"/>
            <a:ext cx="7406640" cy="5848350"/>
          </a:xfrm>
        </p:spPr>
        <p:txBody>
          <a:bodyPr/>
          <a:lstStyle>
            <a:lvl1pPr>
              <a:defRPr sz="3840"/>
            </a:lvl1pPr>
            <a:lvl2pPr>
              <a:defRPr sz="3360"/>
            </a:lvl2pPr>
            <a:lvl3pPr>
              <a:defRPr sz="288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181A1FA-57E4-4F4F-AC25-0FAF5C4B90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07746" y="2468880"/>
            <a:ext cx="4718684" cy="4573906"/>
          </a:xfrm>
        </p:spPr>
        <p:txBody>
          <a:bodyPr/>
          <a:lstStyle>
            <a:lvl1pPr marL="0" indent="0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7FE8B7F-6086-42A1-AEB3-AF56D39123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10/16/2025</a:t>
            </a:fld>
            <a:endParaRPr lang="en-US" dirty="0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BE3F029-0A5E-4785-BE8E-63F01ACF3D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4A69E6E-187F-468F-A637-B84E82CEFC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1020722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DCAFB97-E0ED-4654-98FF-5A50176624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7746" y="548640"/>
            <a:ext cx="4718684" cy="1920240"/>
          </a:xfrm>
        </p:spPr>
        <p:txBody>
          <a:bodyPr anchor="b"/>
          <a:lstStyle>
            <a:lvl1pPr>
              <a:defRPr sz="384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9EB64230-37FA-4461-B5EE-8D59583B8FE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219826" y="1184911"/>
            <a:ext cx="7406640" cy="5848350"/>
          </a:xfrm>
        </p:spPr>
        <p:txBody>
          <a:bodyPr/>
          <a:lstStyle>
            <a:lvl1pPr marL="0" indent="0">
              <a:buNone/>
              <a:defRPr sz="3840"/>
            </a:lvl1pPr>
            <a:lvl2pPr marL="548640" indent="0">
              <a:buNone/>
              <a:defRPr sz="3360"/>
            </a:lvl2pPr>
            <a:lvl3pPr marL="1097280" indent="0">
              <a:buNone/>
              <a:defRPr sz="2880"/>
            </a:lvl3pPr>
            <a:lvl4pPr marL="1645920" indent="0">
              <a:buNone/>
              <a:defRPr sz="2400"/>
            </a:lvl4pPr>
            <a:lvl5pPr marL="2194560" indent="0">
              <a:buNone/>
              <a:defRPr sz="2400"/>
            </a:lvl5pPr>
            <a:lvl6pPr marL="2743200" indent="0">
              <a:buNone/>
              <a:defRPr sz="2400"/>
            </a:lvl6pPr>
            <a:lvl7pPr marL="3291840" indent="0">
              <a:buNone/>
              <a:defRPr sz="2400"/>
            </a:lvl7pPr>
            <a:lvl8pPr marL="3840480" indent="0">
              <a:buNone/>
              <a:defRPr sz="2400"/>
            </a:lvl8pPr>
            <a:lvl9pPr marL="4389120" indent="0">
              <a:buNone/>
              <a:defRPr sz="24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235E646-B4BB-4CE6-89C7-E4A7D86706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07746" y="2468880"/>
            <a:ext cx="4718684" cy="4573906"/>
          </a:xfrm>
        </p:spPr>
        <p:txBody>
          <a:bodyPr/>
          <a:lstStyle>
            <a:lvl1pPr marL="0" indent="0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69FFDBB-0F87-445B-9F6C-2BB0B6ECCD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10/16/2025</a:t>
            </a:fld>
            <a:endParaRPr lang="en-US" dirty="0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2D340E6-7733-4795-9EE0-CD288DD807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AA60CA8-BBF9-4402-B9AA-CC6FBD0029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9952763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2F08CD4-7B60-486F-9DC8-4B53B9D4F2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6E0A21F-789F-4504-ACD0-F0262727A4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68CC822-7175-433E-9356-22F1516C75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10/16/2025</a:t>
            </a:fld>
            <a:endParaRPr 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5384D59-520D-4BF1-90AD-93AE0F2283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5F4CB1A-0AE3-41AF-B37B-0CD5CB5578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9157458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0591F156-82BA-4114-91CE-1CCCF04465C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0469880" y="438150"/>
            <a:ext cx="3154680" cy="6974206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1DD368D-9688-48B6-8304-40170B3C47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005840" y="438150"/>
            <a:ext cx="9281160" cy="6974206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AA1C4BC-A7B3-4D10-9CC1-1C5632E4A5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10/16/2025</a:t>
            </a:fld>
            <a:endParaRPr 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BA40B3A-DE6B-4624-B82F-BA29322B9B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11E0968-ECE9-4E0B-951B-F919DE504F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2016580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707671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311BE776-50EA-44D7-82AC-791DE5BBCA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5840" y="438150"/>
            <a:ext cx="12618720" cy="15906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4B989FA-4990-4FF4-BE96-2EFAA2C7D1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05840" y="2190750"/>
            <a:ext cx="12618720" cy="52216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D3B7041-0EAF-4B02-BFFE-C619F9A8A80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05840" y="7627621"/>
            <a:ext cx="329184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smtClean="0"/>
              <a:pPr/>
              <a:t>10/16/2025</a:t>
            </a:fld>
            <a:endParaRPr 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506EFB9-6CC6-4FD0-A56A-C8997B06A1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846320" y="7627621"/>
            <a:ext cx="493776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3434BA1-518D-49A7-90C4-215AA26919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32720" y="7627621"/>
            <a:ext cx="329184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45469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84" r:id="rId2"/>
    <p:sldLayoutId id="2147483685" r:id="rId3"/>
    <p:sldLayoutId id="2147483686" r:id="rId4"/>
    <p:sldLayoutId id="2147483687" r:id="rId5"/>
    <p:sldLayoutId id="2147483688" r:id="rId6"/>
    <p:sldLayoutId id="2147483689" r:id="rId7"/>
    <p:sldLayoutId id="2147483690" r:id="rId8"/>
    <p:sldLayoutId id="2147483691" r:id="rId9"/>
    <p:sldLayoutId id="2147483692" r:id="rId10"/>
    <p:sldLayoutId id="2147483693" r:id="rId11"/>
    <p:sldLayoutId id="2147483698" r:id="rId12"/>
  </p:sldLayoutIdLst>
  <p:hf sldNum="0" hdr="0" ftr="0" dt="0"/>
  <p:txStyles>
    <p:titleStyle>
      <a:lvl1pPr algn="l" defTabSz="1097280" rtl="0" eaLnBrk="1" latinLnBrk="1" hangingPunct="1">
        <a:lnSpc>
          <a:spcPct val="90000"/>
        </a:lnSpc>
        <a:spcBef>
          <a:spcPct val="0"/>
        </a:spcBef>
        <a:buNone/>
        <a:defRPr sz="528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4320" indent="-274320" algn="l" defTabSz="1097280" rtl="0" eaLnBrk="1" latinLnBrk="1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3360" kern="1200">
          <a:solidFill>
            <a:schemeClr val="tx1"/>
          </a:solidFill>
          <a:latin typeface="+mn-lt"/>
          <a:ea typeface="+mn-ea"/>
          <a:cs typeface="+mn-cs"/>
        </a:defRPr>
      </a:lvl1pPr>
      <a:lvl2pPr marL="822960" indent="-274320" algn="l" defTabSz="1097280" rtl="0" eaLnBrk="1" latinLnBrk="1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88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indent="-274320" algn="l" defTabSz="1097280" rtl="0" eaLnBrk="1" latinLnBrk="1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920240" indent="-274320" algn="l" defTabSz="1097280" rtl="0" eaLnBrk="1" latinLnBrk="1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468880" indent="-274320" algn="l" defTabSz="1097280" rtl="0" eaLnBrk="1" latinLnBrk="1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3017520" indent="-274320" algn="l" defTabSz="1097280" rtl="0" eaLnBrk="1" latinLnBrk="1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566160" indent="-274320" algn="l" defTabSz="1097280" rtl="0" eaLnBrk="1" latinLnBrk="1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4114800" indent="-274320" algn="l" defTabSz="1097280" rtl="0" eaLnBrk="1" latinLnBrk="1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663440" indent="-274320" algn="l" defTabSz="1097280" rtl="0" eaLnBrk="1" latinLnBrk="1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1097280" rtl="0" eaLnBrk="1" latinLnBrk="1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algn="l" defTabSz="1097280" rtl="0" eaLnBrk="1" latinLnBrk="1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97280" algn="l" defTabSz="1097280" rtl="0" eaLnBrk="1" latinLnBrk="1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645920" algn="l" defTabSz="1097280" rtl="0" eaLnBrk="1" latinLnBrk="1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194560" algn="l" defTabSz="1097280" rtl="0" eaLnBrk="1" latinLnBrk="1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2743200" algn="l" defTabSz="1097280" rtl="0" eaLnBrk="1" latinLnBrk="1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291840" algn="l" defTabSz="1097280" rtl="0" eaLnBrk="1" latinLnBrk="1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3840480" algn="l" defTabSz="1097280" rtl="0" eaLnBrk="1" latinLnBrk="1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389120" algn="l" defTabSz="1097280" rtl="0" eaLnBrk="1" latinLnBrk="1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mp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B8B81049-1BF1-485A-940B-905A4FDB3A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73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45768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5293B59C-B2EB-4E8A-8239-090087DE73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5395"/>
            <a:ext cx="14630400" cy="82449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50725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>
            <a:extLst>
              <a:ext uri="{FF2B5EF4-FFF2-40B4-BE49-F238E27FC236}">
                <a16:creationId xmlns:a16="http://schemas.microsoft.com/office/drawing/2014/main" id="{EEBF29CD-2B94-41F0-AC83-039665F270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1430"/>
            <a:ext cx="14630400" cy="82410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73171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C757FDE-C84F-4DE5-88C9-4FBDA19E72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05840" y="2190749"/>
            <a:ext cx="12618720" cy="3838261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altLang="ko-KR" dirty="0"/>
          </a:p>
        </p:txBody>
      </p:sp>
      <p:sp>
        <p:nvSpPr>
          <p:cNvPr id="4" name="Text 0">
            <a:extLst>
              <a:ext uri="{FF2B5EF4-FFF2-40B4-BE49-F238E27FC236}">
                <a16:creationId xmlns:a16="http://schemas.microsoft.com/office/drawing/2014/main" id="{70335BB6-2FD2-46CB-8310-4309E0AC6523}"/>
              </a:ext>
            </a:extLst>
          </p:cNvPr>
          <p:cNvSpPr/>
          <p:nvPr/>
        </p:nvSpPr>
        <p:spPr>
          <a:xfrm>
            <a:off x="-351692" y="1121524"/>
            <a:ext cx="815926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endParaRPr lang="en-US" sz="4450" dirty="0"/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D89F7D6F-33FD-438F-A745-16DCFFE047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11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77127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4D0D1686-0355-4471-8B92-AC4854B095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022" y="361741"/>
            <a:ext cx="13374356" cy="7556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57587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B5A33579-9C28-4B83-97FA-A73EE6FC5E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928" y="428110"/>
            <a:ext cx="13222545" cy="73733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94283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7FEC49D2-5671-4DE3-AEB8-81B793B8BE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288" y="331596"/>
            <a:ext cx="13263824" cy="76166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94997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3D6CCACD-F713-4D56-B686-184E0C5E83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387" y="120581"/>
            <a:ext cx="9103807" cy="7787473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CE270F82-DC0D-4E74-AA15-513AA1F0F6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84194" y="676909"/>
            <a:ext cx="6058425" cy="6142252"/>
          </a:xfrm>
          <a:prstGeom prst="rect">
            <a:avLst/>
          </a:prstGeom>
        </p:spPr>
      </p:pic>
      <p:sp>
        <p:nvSpPr>
          <p:cNvPr id="9" name="타원 8">
            <a:extLst>
              <a:ext uri="{FF2B5EF4-FFF2-40B4-BE49-F238E27FC236}">
                <a16:creationId xmlns:a16="http://schemas.microsoft.com/office/drawing/2014/main" id="{387D913B-C6BB-488F-AE5B-3CACDC3445D2}"/>
              </a:ext>
            </a:extLst>
          </p:cNvPr>
          <p:cNvSpPr/>
          <p:nvPr/>
        </p:nvSpPr>
        <p:spPr>
          <a:xfrm>
            <a:off x="8169309" y="3104941"/>
            <a:ext cx="723481" cy="64309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007225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34E6F7DA-C06F-4526-A288-ACD7152291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119" y="-120581"/>
            <a:ext cx="13334162" cy="8139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9250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BBFDBC17-7F7D-4F16-A9A7-21A22F5F56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803" y="502418"/>
            <a:ext cx="13464793" cy="7285055"/>
          </a:xfrm>
          <a:prstGeom prst="rect">
            <a:avLst/>
          </a:prstGeom>
        </p:spPr>
      </p:pic>
      <p:sp>
        <p:nvSpPr>
          <p:cNvPr id="4" name="타원 3">
            <a:extLst>
              <a:ext uri="{FF2B5EF4-FFF2-40B4-BE49-F238E27FC236}">
                <a16:creationId xmlns:a16="http://schemas.microsoft.com/office/drawing/2014/main" id="{5A9B0F36-DB61-4C1F-97E4-E631A4E69B08}"/>
              </a:ext>
            </a:extLst>
          </p:cNvPr>
          <p:cNvSpPr/>
          <p:nvPr/>
        </p:nvSpPr>
        <p:spPr>
          <a:xfrm>
            <a:off x="1135463" y="2692958"/>
            <a:ext cx="1286189" cy="1286189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670652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BAE1040B-04B8-4BE3-BD1D-E45DC3DEE4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33165"/>
            <a:ext cx="7315200" cy="5163271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B282122B-85A1-4A95-BFFF-62380611A7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1533165"/>
            <a:ext cx="7315200" cy="51632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64701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7FFD550A-E0DE-4520-A719-5C5FCFA54E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" y="4117313"/>
            <a:ext cx="7315200" cy="4186052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4E48434A-DBED-438F-B7B0-8F2E705071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197" y="2513"/>
            <a:ext cx="7315201" cy="411480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FF57FFE5-E704-4EDB-B435-7C52E8718A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2" y="2513"/>
            <a:ext cx="7315199" cy="4117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24681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FE846055-44E7-4112-9FB0-6502C30788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42148" y="1095270"/>
            <a:ext cx="3353091" cy="572756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905A89CB-757D-474E-8845-ADE2FBF6DA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85675" y="1095270"/>
            <a:ext cx="3452159" cy="5436160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0073190C-520F-41E6-A8F0-A890D9FBCE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" y="0"/>
            <a:ext cx="7351713" cy="8229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10034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0E6A810A-31CC-46EE-87F6-9DB3F0FAAA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1"/>
            <a:ext cx="7676941" cy="411480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FDB73612-1DD1-4502-91F2-4747EB8DFD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51714" y="1"/>
            <a:ext cx="3590942" cy="5906324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E0F41EA2-92E6-4EAC-9461-CF3B2832FC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43711" y="1"/>
            <a:ext cx="3686689" cy="5906324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27BCD14A-169A-4063-AE0F-5D5CBD630E8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537" y="4114799"/>
            <a:ext cx="7325177" cy="4114799"/>
          </a:xfrm>
          <a:prstGeom prst="rect">
            <a:avLst/>
          </a:prstGeom>
        </p:spPr>
      </p:pic>
      <p:sp>
        <p:nvSpPr>
          <p:cNvPr id="15" name="타원 14">
            <a:extLst>
              <a:ext uri="{FF2B5EF4-FFF2-40B4-BE49-F238E27FC236}">
                <a16:creationId xmlns:a16="http://schemas.microsoft.com/office/drawing/2014/main" id="{194F4B86-1D8B-471C-9710-F779B0EBEA6C}"/>
              </a:ext>
            </a:extLst>
          </p:cNvPr>
          <p:cNvSpPr/>
          <p:nvPr/>
        </p:nvSpPr>
        <p:spPr>
          <a:xfrm>
            <a:off x="6527242" y="1579266"/>
            <a:ext cx="582804" cy="422031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타원 15">
            <a:extLst>
              <a:ext uri="{FF2B5EF4-FFF2-40B4-BE49-F238E27FC236}">
                <a16:creationId xmlns:a16="http://schemas.microsoft.com/office/drawing/2014/main" id="{E54CF742-A6F0-4CFD-867F-959377121CBD}"/>
              </a:ext>
            </a:extLst>
          </p:cNvPr>
          <p:cNvSpPr/>
          <p:nvPr/>
        </p:nvSpPr>
        <p:spPr>
          <a:xfrm>
            <a:off x="6732396" y="1018233"/>
            <a:ext cx="582804" cy="422031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5A00F10C-6F97-435A-804C-8CA443D7AA75}"/>
              </a:ext>
            </a:extLst>
          </p:cNvPr>
          <p:cNvSpPr/>
          <p:nvPr/>
        </p:nvSpPr>
        <p:spPr>
          <a:xfrm>
            <a:off x="781259" y="4213609"/>
            <a:ext cx="582804" cy="422031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546750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443D67B4-DDCD-4EDD-95FE-3497DFF226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804" y="200966"/>
            <a:ext cx="13464791" cy="8028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190593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D858F569-C29B-4252-A1BA-0297B118C7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623" y="247110"/>
            <a:ext cx="13396585" cy="77353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381744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5B783E35-2B4F-40B9-9F13-1DEC25610E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908762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41B5F3DD-3ECD-4B33-9165-6C937E95F2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63067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9C3F505-0894-4346-A109-7C57C6C9AD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21158A3-911F-4F2C-B2DD-24AF4CE101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02188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865</TotalTime>
  <Words>0</Words>
  <Application>Microsoft Office PowerPoint</Application>
  <PresentationFormat>사용자 지정</PresentationFormat>
  <Paragraphs>0</Paragraphs>
  <Slides>19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19</vt:i4>
      </vt:variant>
    </vt:vector>
  </HeadingPairs>
  <TitlesOfParts>
    <vt:vector size="22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subject/>
  <dc:creator>admin</dc:creator>
  <cp:lastModifiedBy>금정산2-PC19</cp:lastModifiedBy>
  <cp:revision>43</cp:revision>
  <dcterms:created xsi:type="dcterms:W3CDTF">2025-09-26T02:20:32Z</dcterms:created>
  <dcterms:modified xsi:type="dcterms:W3CDTF">2025-10-16T07:03:25Z</dcterms:modified>
</cp:coreProperties>
</file>