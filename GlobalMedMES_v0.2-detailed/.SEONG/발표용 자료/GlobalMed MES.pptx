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04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E30AECA-4172-4A50-B3AB-CB505E725C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8D7CD2-E941-4CB9-B90C-B8AF04AA2A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D9123-8B11-4558-946A-7FCE574F3BD1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5CA67B-45DF-41EB-847D-ED2A95E9B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189294-3CF1-4F4C-B8CB-11D076AFAD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6CD85-2AB3-45E7-8696-4C7316425F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4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423A5-1C3D-426B-9C9E-AB7563D8C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BD711A-E722-4070-81A6-5697DDFB2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ED7718-D9DB-46E1-8FA0-2BECDA82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073CB-A9B5-4FD2-BA9D-487DE502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111DA-A14F-4856-A277-4C7DF7FE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49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F5A22-C813-4682-9D90-23A17A42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3C81-EE96-4C43-A75B-8E43EC668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D70D7C-87D9-49A3-B240-362AA676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C4E6E0-0FC7-425E-BC5F-591331B3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8DB46-1E86-4B05-9112-08906D7F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38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EA8C2-6150-4BD4-95B4-4C8C42A2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A5D2F5-6609-495B-BC95-63B9BD1D4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E8B89-EEBD-4810-931E-9F324887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E53427-6611-417A-B2DF-8C36E1E8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AAB316-545D-4B0E-BC80-F0C33784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13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C3205-1207-48B0-9E8A-F1E4FEC5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2C5AC-FDFD-42F7-9615-7DB88D077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0F0D3-FEBB-4004-882D-99C1B81CA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EABD9-3EB4-4D4F-B47D-CAAEB779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E741BE-AD09-4DD2-944E-673DF993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22A65A-B696-4195-A707-1A39BCE0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62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B36D1-A465-4734-A1B0-68E8018D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42604F-AB43-489E-BA27-EFF5A0BF5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1683CC-3482-4182-B714-F4F8FE556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E1A7D8-189A-418D-9949-559DA8B11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1511D4-D85A-4C7B-9F77-F191B01BF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173AFC-42EB-49DF-9CCD-DA13E01D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DD6F30-BF81-4DAB-A525-8CC62C10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6DB5AD-DBD6-4493-B896-50264FCB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42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9C879-1C63-4BD3-B480-4AE74726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7E4B01-F457-4AB4-9D93-9475B1EC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95B992-FAA0-4D45-A10C-3927B371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CE0D4-45E2-4901-AAD2-232A0BAD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4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634C67-08AB-444E-8E51-6AEF0408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D1FCF4-C259-4C27-BA50-797C583C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72B01B-FB1F-4C80-9821-8F3E53DF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1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04415-F161-4E1D-B1E3-820EC612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56B14-12A5-4011-BBA0-9D7D21FF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B9F609-1C77-4EF7-86D9-9AA0C6C45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A41448-242E-4FC4-AA90-F3CF5D77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AB4EC9-5909-4036-9999-986E3DD1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579B16-2650-434F-A65C-0330C042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73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6A779-C42E-4A5A-AA1B-5DF2A19D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1FC7A2-C663-455C-8302-513CDD6AA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C79DB2-1F84-4F43-9A3E-D796D7BB1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158DD-F792-4EB0-86BE-AF400786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6B15DC-059D-4574-8839-0173721B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7569F5-536A-4974-8472-D9EC4F05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6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06701-CE8D-4B72-9109-69292CE9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442A5A-9914-4A9E-AB9A-59E0B5DB6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012524-01A7-440C-ABFD-7F7DD500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40B15-C894-411B-A94E-71E0A1EE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EA797C-8A82-4D8D-89CB-BC4DFE01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4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CFAD44-ACA5-4122-8A8B-9415926983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E5383E-4370-472A-B18B-98F008109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45EDD-DD80-4FA6-A2B3-011A53D2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01620E-09F0-410C-82FA-1EF9CDCF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FDA33-184A-461C-A1F8-8E94BD56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74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6CFBBC-070E-4AD5-A84E-766C5887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8C22DF-DE92-499C-8C4C-6C3B8E28A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11D5B-287F-44C0-A1DA-A97497DF7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3A924-9E25-4E7E-AF12-D1B0A65A0E72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FF909-5CE5-4106-BAF2-0F4F6F4D2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1AD54-D564-46C0-A508-206C7B009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CC6-0415-4527-A912-39A67F774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81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9016E-A44B-4A1C-99B5-700147FE1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490447" cy="1042613"/>
          </a:xfrm>
        </p:spPr>
        <p:txBody>
          <a:bodyPr>
            <a:normAutofit/>
          </a:bodyPr>
          <a:lstStyle/>
          <a:p>
            <a:r>
              <a:rPr lang="en-US" altLang="ko-KR" sz="6600" b="1" dirty="0" err="1"/>
              <a:t>GlobalMed</a:t>
            </a:r>
            <a:r>
              <a:rPr lang="en-US" altLang="ko-KR" dirty="0"/>
              <a:t> </a:t>
            </a:r>
            <a:r>
              <a:rPr lang="en-US" altLang="ko-KR" b="1" dirty="0"/>
              <a:t>MES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CC29E-69DC-4C20-8B29-353986450503}"/>
              </a:ext>
            </a:extLst>
          </p:cNvPr>
          <p:cNvSpPr txBox="1"/>
          <p:nvPr/>
        </p:nvSpPr>
        <p:spPr>
          <a:xfrm>
            <a:off x="6750424" y="5338482"/>
            <a:ext cx="400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김태영</a:t>
            </a:r>
            <a:r>
              <a:rPr lang="en-US" altLang="ko-KR" dirty="0"/>
              <a:t>, </a:t>
            </a:r>
            <a:r>
              <a:rPr lang="ko-KR" altLang="en-US" dirty="0" err="1"/>
              <a:t>서성우</a:t>
            </a:r>
            <a:r>
              <a:rPr lang="en-US" altLang="ko-KR" dirty="0"/>
              <a:t>, </a:t>
            </a:r>
            <a:r>
              <a:rPr lang="ko-KR" altLang="en-US" dirty="0"/>
              <a:t>이상욱</a:t>
            </a:r>
            <a:r>
              <a:rPr lang="en-US" altLang="ko-KR" dirty="0"/>
              <a:t>, </a:t>
            </a:r>
            <a:r>
              <a:rPr lang="ko-KR" altLang="en-US" dirty="0" err="1"/>
              <a:t>장범수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E7DC8-E3EE-4EF0-8A1F-5EDC07D69FBE}"/>
              </a:ext>
            </a:extLst>
          </p:cNvPr>
          <p:cNvSpPr txBox="1"/>
          <p:nvPr/>
        </p:nvSpPr>
        <p:spPr>
          <a:xfrm>
            <a:off x="8014447" y="496915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팀명</a:t>
            </a:r>
            <a:r>
              <a:rPr lang="ko-KR" altLang="en-US" dirty="0"/>
              <a:t> </a:t>
            </a:r>
            <a:r>
              <a:rPr lang="en-US" altLang="ko-KR" dirty="0"/>
              <a:t>: Factory Dynamics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93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123AE-2AE8-4263-BBC0-BFA1FC83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프로젝트 개요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E08B9D-C363-46B2-808D-79DDB6BAC7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49790"/>
            <a:ext cx="74898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개발 언어: C#,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1800" dirty="0"/>
              <a:t>개발 인원</a:t>
            </a:r>
            <a:r>
              <a:rPr lang="en-US" altLang="ko-KR" sz="1800" dirty="0"/>
              <a:t>: 4</a:t>
            </a:r>
            <a:r>
              <a:rPr lang="ko-KR" altLang="en-US" sz="1800" dirty="0"/>
              <a:t>인 </a:t>
            </a:r>
            <a:r>
              <a:rPr lang="en-US" altLang="ko-KR" sz="1800" dirty="0"/>
              <a:t>(</a:t>
            </a:r>
            <a:r>
              <a:rPr lang="ko-KR" altLang="en-US" sz="1800" dirty="0"/>
              <a:t>프론트 </a:t>
            </a:r>
            <a:r>
              <a:rPr lang="en-US" altLang="ko-KR" sz="1800" dirty="0"/>
              <a:t>2, </a:t>
            </a:r>
            <a:r>
              <a:rPr lang="ko-KR" altLang="en-US" sz="1800" dirty="0"/>
              <a:t>백 </a:t>
            </a:r>
            <a:r>
              <a:rPr lang="en-US" altLang="ko-KR" sz="1800" dirty="0"/>
              <a:t>2)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개발 기간: 40일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2BD49-D53D-4C13-A743-034568B0DDE2}"/>
              </a:ext>
            </a:extLst>
          </p:cNvPr>
          <p:cNvSpPr txBox="1"/>
          <p:nvPr/>
        </p:nvSpPr>
        <p:spPr>
          <a:xfrm>
            <a:off x="838201" y="1690689"/>
            <a:ext cx="8207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의료기기 제조환경에 적합한 실무형 MES 프로토타입 구축 </a:t>
            </a:r>
          </a:p>
        </p:txBody>
      </p:sp>
    </p:spTree>
    <p:extLst>
      <p:ext uri="{BB962C8B-B14F-4D97-AF65-F5344CB8AC3E}">
        <p14:creationId xmlns:p14="http://schemas.microsoft.com/office/powerpoint/2010/main" val="30572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B3516-AE27-45AC-8DDE-858A4692B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477" y="447114"/>
            <a:ext cx="5650523" cy="90338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목표 설정 이유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C9D254-A67F-4A9E-B83F-F9B1F3527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1630" y="1350499"/>
            <a:ext cx="8843890" cy="903385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064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57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GlobalMed MES</vt:lpstr>
      <vt:lpstr>프로젝트 개요</vt:lpstr>
      <vt:lpstr>목표 설정 이유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금정산2-PC19</dc:creator>
  <cp:lastModifiedBy>금정산2-PC19</cp:lastModifiedBy>
  <cp:revision>6</cp:revision>
  <dcterms:created xsi:type="dcterms:W3CDTF">2025-10-15T06:33:35Z</dcterms:created>
  <dcterms:modified xsi:type="dcterms:W3CDTF">2025-10-15T08:08:46Z</dcterms:modified>
</cp:coreProperties>
</file>